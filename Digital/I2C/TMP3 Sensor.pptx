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9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Capturing Analytical Temperature Data using the TMP3 </a:t>
            </a:r>
            <a:r>
              <a:rPr lang="en-US" dirty="0" err="1"/>
              <a:t>PMod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For Setting up to be used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7E3B3-9751-A0B6-EA35-20136D3C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1067E-6B2F-DF9B-1678-C7774A89F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Resources needed</a:t>
            </a:r>
          </a:p>
          <a:p>
            <a:r>
              <a:rPr lang="en-US"/>
              <a:t>VHDL Code Needed</a:t>
            </a:r>
            <a:endParaRPr lang="en-US" dirty="0"/>
          </a:p>
          <a:p>
            <a:r>
              <a:rPr lang="en-US"/>
              <a:t>Connecting the Sensor</a:t>
            </a:r>
            <a:endParaRPr lang="en-US" dirty="0"/>
          </a:p>
          <a:p>
            <a:r>
              <a:rPr lang="en-US"/>
              <a:t>Analytical Code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423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54FDC-0BAB-BD7B-7779-8C9C431EA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06787-7F70-3CCD-734A-0987F84F5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Nexys</a:t>
            </a:r>
            <a:r>
              <a:rPr lang="en-US" dirty="0"/>
              <a:t> A7-T100 FPGA</a:t>
            </a:r>
          </a:p>
          <a:p>
            <a:r>
              <a:rPr lang="en-US" dirty="0" err="1"/>
              <a:t>Digilent</a:t>
            </a:r>
            <a:r>
              <a:rPr lang="en-US" dirty="0"/>
              <a:t> TMP3 </a:t>
            </a:r>
            <a:r>
              <a:rPr lang="en-US" dirty="0" err="1"/>
              <a:t>Pmod</a:t>
            </a:r>
            <a:endParaRPr lang="en-US" dirty="0"/>
          </a:p>
          <a:p>
            <a:r>
              <a:rPr lang="en-US"/>
              <a:t>4 cable connectors </a:t>
            </a:r>
          </a:p>
          <a:p>
            <a:r>
              <a:rPr lang="en-US" dirty="0" err="1"/>
              <a:t>Vivado</a:t>
            </a:r>
            <a:r>
              <a:rPr lang="en-US" dirty="0"/>
              <a:t> Software Suite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37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BD035-F545-0796-8ED5-AFB8721F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VHDL Code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227CE-DB04-E61F-2B89-E5E1268DA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TMP3_i2cmaster.vhd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This controls the i2c communication protocol for reading temperature data from the TMP3 sensor</a:t>
            </a:r>
            <a:endParaRPr lang="en-US" dirty="0"/>
          </a:p>
          <a:p>
            <a:r>
              <a:rPr lang="en-US" dirty="0" err="1"/>
              <a:t>Data_register.vhd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This controls sampling the temperature data once the i2c communication has completed.</a:t>
            </a:r>
            <a:endParaRPr lang="en-US" dirty="0"/>
          </a:p>
          <a:p>
            <a:r>
              <a:rPr lang="en-US" dirty="0" err="1"/>
              <a:t>Top.vhd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This connects the previous two modules and controls the </a:t>
            </a:r>
            <a:r>
              <a:rPr lang="en-US" dirty="0" err="1"/>
              <a:t>leds</a:t>
            </a:r>
            <a:r>
              <a:rPr lang="en-US" dirty="0"/>
              <a:t> to light up according the reading in Celsius</a:t>
            </a:r>
          </a:p>
          <a:p>
            <a:r>
              <a:rPr lang="en-US"/>
              <a:t>TMP3_constr.xdc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This assigns the pins for connecting the sensor, the internal clock of FPGA, and the </a:t>
            </a:r>
            <a:r>
              <a:rPr lang="en-US" dirty="0" err="1"/>
              <a:t>leds</a:t>
            </a:r>
          </a:p>
        </p:txBody>
      </p:sp>
    </p:spTree>
    <p:extLst>
      <p:ext uri="{BB962C8B-B14F-4D97-AF65-F5344CB8AC3E}">
        <p14:creationId xmlns:p14="http://schemas.microsoft.com/office/powerpoint/2010/main" val="2072124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60251-F218-23B9-4D68-D3C0CBE28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Connecting the Sensor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679A8D-DC3E-B3CB-831A-03AC54403669}"/>
              </a:ext>
            </a:extLst>
          </p:cNvPr>
          <p:cNvGrpSpPr/>
          <p:nvPr/>
        </p:nvGrpSpPr>
        <p:grpSpPr>
          <a:xfrm>
            <a:off x="1882830" y="2097138"/>
            <a:ext cx="8431088" cy="2661187"/>
            <a:chOff x="1104144" y="2597722"/>
            <a:chExt cx="5371964" cy="166002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045DE76-E738-3AE0-EDDC-E818AB3C8F3B}"/>
                </a:ext>
              </a:extLst>
            </p:cNvPr>
            <p:cNvSpPr/>
            <p:nvPr/>
          </p:nvSpPr>
          <p:spPr>
            <a:xfrm>
              <a:off x="1104144" y="2597722"/>
              <a:ext cx="2422983" cy="166002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FPGA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314EF84-4925-E02A-FCA3-A36FBB41DEFE}"/>
                </a:ext>
              </a:extLst>
            </p:cNvPr>
            <p:cNvSpPr/>
            <p:nvPr/>
          </p:nvSpPr>
          <p:spPr>
            <a:xfrm>
              <a:off x="3155409" y="3211249"/>
              <a:ext cx="368970" cy="43284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JA</a:t>
              </a:r>
            </a:p>
          </p:txBody>
        </p:sp>
        <p:cxnSp>
          <p:nvCxnSpPr>
            <p:cNvPr id="7" name="Connector: Curved 6">
              <a:extLst>
                <a:ext uri="{FF2B5EF4-FFF2-40B4-BE49-F238E27FC236}">
                  <a16:creationId xmlns:a16="http://schemas.microsoft.com/office/drawing/2014/main" id="{9A59FC58-4133-7EC1-479C-08EB6C92C617}"/>
                </a:ext>
              </a:extLst>
            </p:cNvPr>
            <p:cNvCxnSpPr/>
            <p:nvPr/>
          </p:nvCxnSpPr>
          <p:spPr>
            <a:xfrm>
              <a:off x="3532742" y="3281915"/>
              <a:ext cx="2113612" cy="255551"/>
            </a:xfrm>
            <a:prstGeom prst="curved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B9E10094-20D3-4A66-4591-A77F19C86727}"/>
                </a:ext>
              </a:extLst>
            </p:cNvPr>
            <p:cNvCxnSpPr/>
            <p:nvPr/>
          </p:nvCxnSpPr>
          <p:spPr>
            <a:xfrm>
              <a:off x="3532744" y="3336488"/>
              <a:ext cx="2119272" cy="311204"/>
            </a:xfrm>
            <a:prstGeom prst="curved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641B0A53-6F67-D839-6393-39126B5E8967}"/>
                </a:ext>
              </a:extLst>
            </p:cNvPr>
            <p:cNvCxnSpPr/>
            <p:nvPr/>
          </p:nvCxnSpPr>
          <p:spPr>
            <a:xfrm>
              <a:off x="3541482" y="3588702"/>
              <a:ext cx="2132759" cy="306928"/>
            </a:xfrm>
            <a:prstGeom prst="curved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AE4427FD-A2BA-DBA9-590C-954A3ADA0A01}"/>
                </a:ext>
              </a:extLst>
            </p:cNvPr>
            <p:cNvCxnSpPr/>
            <p:nvPr/>
          </p:nvCxnSpPr>
          <p:spPr>
            <a:xfrm>
              <a:off x="3545076" y="3534482"/>
              <a:ext cx="2141992" cy="250969"/>
            </a:xfrm>
            <a:prstGeom prst="curved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4752AE-CA00-6109-EB1C-A61E72F2581B}"/>
                </a:ext>
              </a:extLst>
            </p:cNvPr>
            <p:cNvSpPr/>
            <p:nvPr/>
          </p:nvSpPr>
          <p:spPr>
            <a:xfrm>
              <a:off x="5641893" y="3249543"/>
              <a:ext cx="834215" cy="8089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FEE5ED4-F5C4-3ED2-C63C-731201105884}"/>
                </a:ext>
              </a:extLst>
            </p:cNvPr>
            <p:cNvSpPr txBox="1"/>
            <p:nvPr/>
          </p:nvSpPr>
          <p:spPr>
            <a:xfrm>
              <a:off x="5622370" y="3405954"/>
              <a:ext cx="433647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100">
                  <a:solidFill>
                    <a:schemeClr val="bg1"/>
                  </a:solidFill>
                </a:rPr>
                <a:t>SCL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0849AE9-6146-2ADD-87CB-53859C34FDBB}"/>
                </a:ext>
              </a:extLst>
            </p:cNvPr>
            <p:cNvSpPr txBox="1"/>
            <p:nvPr/>
          </p:nvSpPr>
          <p:spPr>
            <a:xfrm>
              <a:off x="5622369" y="3524567"/>
              <a:ext cx="598986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100">
                  <a:solidFill>
                    <a:schemeClr val="bg1"/>
                  </a:solidFill>
                </a:rPr>
                <a:t>SDA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45452DC-6D71-424E-8E07-F9ECA12ED6BD}"/>
                </a:ext>
              </a:extLst>
            </p:cNvPr>
            <p:cNvSpPr txBox="1"/>
            <p:nvPr/>
          </p:nvSpPr>
          <p:spPr>
            <a:xfrm>
              <a:off x="5622368" y="3653963"/>
              <a:ext cx="598986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100" dirty="0" err="1">
                  <a:solidFill>
                    <a:schemeClr val="bg1"/>
                  </a:solidFill>
                </a:rPr>
                <a:t>Gnd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91F446D-2196-0971-2A8B-FFBD9D5C0AF4}"/>
                </a:ext>
              </a:extLst>
            </p:cNvPr>
            <p:cNvSpPr txBox="1"/>
            <p:nvPr/>
          </p:nvSpPr>
          <p:spPr>
            <a:xfrm>
              <a:off x="5622369" y="3768982"/>
              <a:ext cx="598986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100">
                  <a:solidFill>
                    <a:schemeClr val="bg1"/>
                  </a:solidFill>
                </a:rPr>
                <a:t>VCC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AAFA6B4-F830-A080-4CAC-364A5F244663}"/>
                </a:ext>
              </a:extLst>
            </p:cNvPr>
            <p:cNvSpPr txBox="1"/>
            <p:nvPr/>
          </p:nvSpPr>
          <p:spPr>
            <a:xfrm>
              <a:off x="5658502" y="2845332"/>
              <a:ext cx="815444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TMP3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1958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133</Words>
  <Application>Microsoft Macintosh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Courier New</vt:lpstr>
      <vt:lpstr>office theme</vt:lpstr>
      <vt:lpstr>Capturing Analytical Temperature Data using the TMP3 PMod</vt:lpstr>
      <vt:lpstr>Outline</vt:lpstr>
      <vt:lpstr>Resources Needed</vt:lpstr>
      <vt:lpstr>VHDL Code Needed</vt:lpstr>
      <vt:lpstr>Connecting the Sensor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Jack Martin</cp:lastModifiedBy>
  <cp:revision>194</cp:revision>
  <dcterms:created xsi:type="dcterms:W3CDTF">2026-05-01T15:08:15Z</dcterms:created>
  <dcterms:modified xsi:type="dcterms:W3CDTF">2026-07-10T19:04:01Z</dcterms:modified>
</cp:coreProperties>
</file>