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7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DD3725-606C-B968-252C-F793CB270DAD}" v="293" dt="2026-07-31T11:13:34.118"/>
    <p1510:client id="{B892560F-71F3-F57D-7CD7-B1945E774ACA}" v="380" dt="2026-07-31T11:24:36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80" d="100"/>
          <a:sy n="180" d="100"/>
        </p:scale>
        <p:origin x="-2082" y="-14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1D38-D743-F263-8290-CFB087542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AF686-9D87-090E-E2C3-25A4C43E2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9709-1C54-77F9-EDC8-FFB170C3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E9B52-05C0-71CB-AEDE-E831F3F2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85753-015A-6B98-1194-BB6C3C1E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9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E645-F220-F0F3-8E58-1CB09B38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F09D0-BF39-FAE4-237A-89956CE3C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5DB14-810F-2F19-60A1-941C0BA5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CB759-A378-F9F2-E6CB-C287A98D1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DEFDE-21F3-6161-0F0C-FFA58C05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3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F7BB-C011-3E10-E98B-43901478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EF9D2-0D97-9682-32E2-E35A470A1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185ED-3F6A-2C5F-A77B-4209CCD06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B6A79-F519-0D45-8C10-96080EE4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A70E1-7875-D4B1-15E9-D8AEF3D1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1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3571-E3F9-D019-FD87-8AB2FE3A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21D5C-5BF0-BCC1-6C7D-AE37B8E3C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C3C05-0E2A-6EE3-B2AF-07E3BCC76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EC2BE-F451-7DD9-4B39-E5754B306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39648-4825-1BB7-5F89-0D295081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C074C-DCB4-AD17-1F0C-467DBD89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0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122C-E592-C430-E137-006A125C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FFC06-AC90-191B-4ADE-C2C9A06E7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50E1D-F52B-21E3-12F3-6A931BE95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3EBB1-C26E-21C2-A4AA-AF0286DA7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2F7FE-6A8B-11E3-909B-E24407178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9CBA79-1C03-A7A0-4C05-43AA6049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16166A-6CC9-BE8B-7CAE-FD32F88C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DB01D-5C5B-7755-7A36-0CDC3D5C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4F5B-5A4D-A990-98EB-B29F0374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C44ED-8ABF-B5C9-D9A2-4FF7A608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AF57A-B9CB-4EAC-91C8-80BB23D5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0E12E-7023-7F67-00D2-B49AD3DE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5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333CC-4D85-A713-FF1C-059D2E2EB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70DCC-B29A-D1CB-447A-7839710A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EE074-CAD4-4620-1D4D-36F86120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2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57BE-A0C9-140A-5DF1-F16DBD31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EBEA6-E8FF-93B7-26C4-874DA3FA8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3F28E-D1E6-2FA6-8DE6-375F14DCF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8BB84-53C4-F01D-542E-3F3F85DB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4045E-04F8-6556-9F77-3ACE0AB9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D62C6-9079-D3A2-F1A6-325E06DD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7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58DB-2040-3064-A5D1-76C5389A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30F250-10F6-3ED0-AC14-A668AA844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39EF5-9562-FEF7-A57D-788B6209E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C583D-5F27-E143-1FF6-AB794437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12A0A-3E45-35EF-052E-CB3FC745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60AA8-F99D-9EC6-0081-572BD20F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8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F4537-6605-F3D7-A499-4AF32216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89AB6-8B32-7950-6335-F5904F566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D4795-125F-9E35-E744-B525B302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78525-F2A3-272F-8FA1-DE12C7A4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345A2-64DD-6AB4-CE44-7FB9B30E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2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888DB-7386-FE61-0F60-C7CC6F939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6501B-6C92-7AF7-22FB-1BBADC38E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044A1-E049-0B4F-282D-08639E24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86C94-EBBB-873E-F7A0-98264DA3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CAC25-64E8-F8A5-4E9F-D9BBE94A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4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14385-5DB1-B3E0-D7DE-658BE98F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C6A6-CC3F-7A83-4CCD-86D1AB100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449D-4D71-511D-3845-3B4AAF110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58CAA-A4DA-4405-B6E3-3CC0A85093D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BCF21-334B-631A-07B9-272261EAD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4DD62-14B4-2E72-8548-68502763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CCFE2-AD8D-4544-BCB6-365C411E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8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625B-EDBA-449F-53A1-F31FE02C6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Analog Circuit Set-up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A8863-9AD7-F281-AAAC-791AC34B3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2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C0916B0-22F0-79F7-A1E4-1180A4047DE8}"/>
              </a:ext>
            </a:extLst>
          </p:cNvPr>
          <p:cNvGrpSpPr/>
          <p:nvPr/>
        </p:nvGrpSpPr>
        <p:grpSpPr>
          <a:xfrm>
            <a:off x="6796602" y="2738998"/>
            <a:ext cx="2514992" cy="1845169"/>
            <a:chOff x="6650665" y="2736188"/>
            <a:chExt cx="1472257" cy="1150012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36E3CFF9-C1BA-7C7E-6950-87E753AF0E70}"/>
                </a:ext>
              </a:extLst>
            </p:cNvPr>
            <p:cNvSpPr/>
            <p:nvPr/>
          </p:nvSpPr>
          <p:spPr>
            <a:xfrm>
              <a:off x="6650665" y="2736188"/>
              <a:ext cx="1472257" cy="11500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4FB00FC-3A86-654B-04BD-68DCF8391B3B}"/>
                </a:ext>
              </a:extLst>
            </p:cNvPr>
            <p:cNvGrpSpPr/>
            <p:nvPr/>
          </p:nvGrpSpPr>
          <p:grpSpPr>
            <a:xfrm>
              <a:off x="6721495" y="2822225"/>
              <a:ext cx="1343472" cy="460514"/>
              <a:chOff x="6569095" y="3170384"/>
              <a:chExt cx="1343472" cy="460514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3CD1D9A-F24B-2802-F6AB-D8D7FE622540}"/>
                  </a:ext>
                </a:extLst>
              </p:cNvPr>
              <p:cNvGrpSpPr/>
              <p:nvPr/>
            </p:nvGrpSpPr>
            <p:grpSpPr>
              <a:xfrm>
                <a:off x="6569095" y="3170384"/>
                <a:ext cx="634897" cy="460514"/>
                <a:chOff x="5559328" y="4429868"/>
                <a:chExt cx="634897" cy="460514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73E9D701-8653-DB2D-4033-FF6D77EDC3BE}"/>
                    </a:ext>
                  </a:extLst>
                </p:cNvPr>
                <p:cNvGrpSpPr/>
                <p:nvPr/>
              </p:nvGrpSpPr>
              <p:grpSpPr>
                <a:xfrm>
                  <a:off x="5559328" y="4431283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AF8B1C6E-5963-C1DB-E452-7F507ADF2B83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3241DE6E-5236-C503-C5BF-9607510EC99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1F98AC8A-EA69-C132-5345-4D2EF61E18E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CA6E470C-69B0-1778-2E4E-CC3D811A68E7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BEA92BAF-B3E1-BB6B-2C17-A7618F8B1A55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9340ED2-A0E8-338C-D0E3-B9B37B12E762}"/>
                    </a:ext>
                  </a:extLst>
                </p:cNvPr>
                <p:cNvGrpSpPr/>
                <p:nvPr/>
              </p:nvGrpSpPr>
              <p:grpSpPr>
                <a:xfrm>
                  <a:off x="5703689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197CC762-D2EE-5DCA-D48D-28E08D774B65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3A50D077-F840-3A01-784D-ABCE2EA4D819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32FB70-964D-CBF0-B175-7C14725ACBD5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E9832B87-E1D6-979F-8C0C-F410B49712D0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0A679789-A475-CAF4-8E0F-8B4D5DBBB0A2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36490755-065A-42F5-FAA2-761160E57035}"/>
                    </a:ext>
                  </a:extLst>
                </p:cNvPr>
                <p:cNvGrpSpPr/>
                <p:nvPr/>
              </p:nvGrpSpPr>
              <p:grpSpPr>
                <a:xfrm>
                  <a:off x="5992236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CABA7928-B3F5-C55A-1A0A-F5822358503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579CDC55-7FB7-F29A-0349-92E7FADFDD4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66E0BFDF-E3FE-FB64-78E2-25796F457202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882AE8AA-A333-26B7-0991-75978B3B3B03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04A6CE0D-3EF0-C8A0-B092-6454FC1AD72F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AC7368A-C70F-9140-8FCB-2041D9BA3171}"/>
                    </a:ext>
                  </a:extLst>
                </p:cNvPr>
                <p:cNvGrpSpPr/>
                <p:nvPr/>
              </p:nvGrpSpPr>
              <p:grpSpPr>
                <a:xfrm>
                  <a:off x="5848793" y="4431283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E1C8DD21-3322-68F9-6AF4-B4155FC7E1CB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EDB5F86-30A6-9DA2-F316-1482167CFDB0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1321CCC1-F59F-BF95-2411-53D31F691300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BAF2F3F3-A339-B300-3188-02F111E41CA1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25FFE044-6389-8853-D7C7-5C166F711BFD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5DE6206F-34B2-412F-80A2-301322532493}"/>
                    </a:ext>
                  </a:extLst>
                </p:cNvPr>
                <p:cNvGrpSpPr/>
                <p:nvPr/>
              </p:nvGrpSpPr>
              <p:grpSpPr>
                <a:xfrm>
                  <a:off x="6135679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3A0B44AD-CF2E-E815-3A04-AF23DD1A67ED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3DEF7128-0672-7571-E4A6-9E717A21E76B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DD8841A-DB20-5DFB-117C-FDCDADAE2778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41660FF8-C840-8F0E-E12E-3B51CAA57A91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234BBF59-ACA8-9E25-5FC3-36336C8352C8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EC0F8D52-F5BB-3526-9711-91F53D5CFA97}"/>
                  </a:ext>
                </a:extLst>
              </p:cNvPr>
              <p:cNvGrpSpPr/>
              <p:nvPr/>
            </p:nvGrpSpPr>
            <p:grpSpPr>
              <a:xfrm>
                <a:off x="7277670" y="3170384"/>
                <a:ext cx="634897" cy="460514"/>
                <a:chOff x="5559328" y="4429868"/>
                <a:chExt cx="634897" cy="460514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0C036A53-B010-AE33-C218-B5C36806B7E3}"/>
                    </a:ext>
                  </a:extLst>
                </p:cNvPr>
                <p:cNvGrpSpPr/>
                <p:nvPr/>
              </p:nvGrpSpPr>
              <p:grpSpPr>
                <a:xfrm>
                  <a:off x="5559328" y="4431283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16A935F9-FF55-46D3-20DB-BFEC7EB959D8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4CFCA933-CC2D-81A5-402E-1C0C98B610F8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5F794E75-D735-D3C3-2798-8E8E87144929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CB2FE114-27F4-866B-33BC-1516B20DE67B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6A77D206-5A8F-82DF-C648-F6FCD932E1C4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88210A66-1ECB-F4CD-BFAA-7328C54AF736}"/>
                    </a:ext>
                  </a:extLst>
                </p:cNvPr>
                <p:cNvGrpSpPr/>
                <p:nvPr/>
              </p:nvGrpSpPr>
              <p:grpSpPr>
                <a:xfrm>
                  <a:off x="5703689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7033C9E6-71DF-7396-9F2F-CD8552CEBBD2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2275A881-60C4-EE61-FF25-B214E37C75DA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5AD12DE2-414C-70FE-6C5C-7BD3BA0A2962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9032823A-8CE2-8927-7731-23D98E6DD8E3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026C1477-33DD-99FA-5BCC-7F431662142C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F4CAE9A1-2ABB-00C3-AF14-EE211D932922}"/>
                    </a:ext>
                  </a:extLst>
                </p:cNvPr>
                <p:cNvGrpSpPr/>
                <p:nvPr/>
              </p:nvGrpSpPr>
              <p:grpSpPr>
                <a:xfrm>
                  <a:off x="5992236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CF960458-3F09-17F7-BEB5-A6751872D3E5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" name="Oval 103">
                    <a:extLst>
                      <a:ext uri="{FF2B5EF4-FFF2-40B4-BE49-F238E27FC236}">
                        <a16:creationId xmlns:a16="http://schemas.microsoft.com/office/drawing/2014/main" id="{4F7EBD7A-0C1F-968D-CF27-22B5583B7AC1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ADE87828-8509-F8D6-AAF7-241FA29385CA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Oval 105">
                    <a:extLst>
                      <a:ext uri="{FF2B5EF4-FFF2-40B4-BE49-F238E27FC236}">
                        <a16:creationId xmlns:a16="http://schemas.microsoft.com/office/drawing/2014/main" id="{905FEEE7-0F45-C66F-F1D5-BF9DD1BAA14E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711C7C8D-E9C6-9147-A81B-8EF3C3A87F5E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61657BF-9D7F-1F0D-A6B4-9670861D6D8E}"/>
                    </a:ext>
                  </a:extLst>
                </p:cNvPr>
                <p:cNvGrpSpPr/>
                <p:nvPr/>
              </p:nvGrpSpPr>
              <p:grpSpPr>
                <a:xfrm>
                  <a:off x="5848793" y="4431283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26EBB5F4-37F7-CA40-5A50-7A66CAA1C45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FF56B0ED-5DCD-74C3-8C89-8C3C828813C0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5A56F6A6-CFCF-581B-E01F-060026C35EA7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5883A6F4-15D5-903D-5101-4876E8C5AD52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C45EF4F1-3D56-35BA-50CB-D9412CAA52F9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6C55D81D-AD50-E7F8-2D4C-7D15E2196873}"/>
                    </a:ext>
                  </a:extLst>
                </p:cNvPr>
                <p:cNvGrpSpPr/>
                <p:nvPr/>
              </p:nvGrpSpPr>
              <p:grpSpPr>
                <a:xfrm>
                  <a:off x="6135679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F29FCD3A-1D30-119E-2DFC-98927ECD8470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F6616A08-0204-359B-935E-01BF85D05933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F43FBFE-04BB-8096-8B1B-0E9B9F7CA29D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" name="Oval 95">
                    <a:extLst>
                      <a:ext uri="{FF2B5EF4-FFF2-40B4-BE49-F238E27FC236}">
                        <a16:creationId xmlns:a16="http://schemas.microsoft.com/office/drawing/2014/main" id="{A356B492-37B6-2C62-FC15-3218A36A5B7D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7" name="Oval 96">
                    <a:extLst>
                      <a:ext uri="{FF2B5EF4-FFF2-40B4-BE49-F238E27FC236}">
                        <a16:creationId xmlns:a16="http://schemas.microsoft.com/office/drawing/2014/main" id="{C257A6BD-CDFD-9095-93B7-D3E97C6359D9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21080E7-C824-57A2-9772-F95987AA6776}"/>
                </a:ext>
              </a:extLst>
            </p:cNvPr>
            <p:cNvGrpSpPr/>
            <p:nvPr/>
          </p:nvGrpSpPr>
          <p:grpSpPr>
            <a:xfrm>
              <a:off x="6721495" y="3322784"/>
              <a:ext cx="1343472" cy="460514"/>
              <a:chOff x="6569095" y="3170384"/>
              <a:chExt cx="1343472" cy="46051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EC1E4098-AA2E-BC20-987A-2C7A87A3EC22}"/>
                  </a:ext>
                </a:extLst>
              </p:cNvPr>
              <p:cNvGrpSpPr/>
              <p:nvPr/>
            </p:nvGrpSpPr>
            <p:grpSpPr>
              <a:xfrm>
                <a:off x="6569095" y="3170384"/>
                <a:ext cx="634897" cy="460514"/>
                <a:chOff x="5559328" y="4429868"/>
                <a:chExt cx="634897" cy="460514"/>
              </a:xfrm>
            </p:grpSpPr>
            <p:grpSp>
              <p:nvGrpSpPr>
                <p:cNvPr id="170" name="Group 169">
                  <a:extLst>
                    <a:ext uri="{FF2B5EF4-FFF2-40B4-BE49-F238E27FC236}">
                      <a16:creationId xmlns:a16="http://schemas.microsoft.com/office/drawing/2014/main" id="{F1932B06-116C-C242-6DEE-97F6ED0C34C9}"/>
                    </a:ext>
                  </a:extLst>
                </p:cNvPr>
                <p:cNvGrpSpPr/>
                <p:nvPr/>
              </p:nvGrpSpPr>
              <p:grpSpPr>
                <a:xfrm>
                  <a:off x="5559328" y="4431283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95" name="Oval 194">
                    <a:extLst>
                      <a:ext uri="{FF2B5EF4-FFF2-40B4-BE49-F238E27FC236}">
                        <a16:creationId xmlns:a16="http://schemas.microsoft.com/office/drawing/2014/main" id="{11A15F5E-F219-A36C-55E1-8107EA036D0E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6" name="Oval 195">
                    <a:extLst>
                      <a:ext uri="{FF2B5EF4-FFF2-40B4-BE49-F238E27FC236}">
                        <a16:creationId xmlns:a16="http://schemas.microsoft.com/office/drawing/2014/main" id="{931F606C-6094-A0F8-74B8-ABBBD34E115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accent5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2A3FE528-2972-CCCC-9111-63B63C509D1C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8" name="Oval 197">
                    <a:extLst>
                      <a:ext uri="{FF2B5EF4-FFF2-40B4-BE49-F238E27FC236}">
                        <a16:creationId xmlns:a16="http://schemas.microsoft.com/office/drawing/2014/main" id="{028B763B-F4B9-F7DE-C5B3-089849B6BAE1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9" name="Oval 198">
                    <a:extLst>
                      <a:ext uri="{FF2B5EF4-FFF2-40B4-BE49-F238E27FC236}">
                        <a16:creationId xmlns:a16="http://schemas.microsoft.com/office/drawing/2014/main" id="{4E476304-BBF8-0CF5-A516-BA8963E91AAD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1" name="Group 170">
                  <a:extLst>
                    <a:ext uri="{FF2B5EF4-FFF2-40B4-BE49-F238E27FC236}">
                      <a16:creationId xmlns:a16="http://schemas.microsoft.com/office/drawing/2014/main" id="{E89C60BE-FFF1-19BA-CE66-DBB1CBE9E352}"/>
                    </a:ext>
                  </a:extLst>
                </p:cNvPr>
                <p:cNvGrpSpPr/>
                <p:nvPr/>
              </p:nvGrpSpPr>
              <p:grpSpPr>
                <a:xfrm>
                  <a:off x="5703689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90" name="Oval 189">
                    <a:extLst>
                      <a:ext uri="{FF2B5EF4-FFF2-40B4-BE49-F238E27FC236}">
                        <a16:creationId xmlns:a16="http://schemas.microsoft.com/office/drawing/2014/main" id="{C8099C5D-B068-88D1-65D6-2A4E8804488D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3DE0F45F-513B-F946-8CA3-6CE7C2B35D41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2" name="Oval 191">
                    <a:extLst>
                      <a:ext uri="{FF2B5EF4-FFF2-40B4-BE49-F238E27FC236}">
                        <a16:creationId xmlns:a16="http://schemas.microsoft.com/office/drawing/2014/main" id="{D8A5ADE0-9797-9166-C60E-CE8234950560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3" name="Oval 192">
                    <a:extLst>
                      <a:ext uri="{FF2B5EF4-FFF2-40B4-BE49-F238E27FC236}">
                        <a16:creationId xmlns:a16="http://schemas.microsoft.com/office/drawing/2014/main" id="{B3DF9793-9156-AB3C-0B67-9423EE921532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A932145E-858E-6755-D99D-C39C03D16733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269A414E-05AD-5160-0BE8-4B9066C71303}"/>
                    </a:ext>
                  </a:extLst>
                </p:cNvPr>
                <p:cNvGrpSpPr/>
                <p:nvPr/>
              </p:nvGrpSpPr>
              <p:grpSpPr>
                <a:xfrm>
                  <a:off x="5992236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85" name="Oval 184">
                    <a:extLst>
                      <a:ext uri="{FF2B5EF4-FFF2-40B4-BE49-F238E27FC236}">
                        <a16:creationId xmlns:a16="http://schemas.microsoft.com/office/drawing/2014/main" id="{5ADBA63A-B816-EA85-C939-0D39E0929F77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Oval 185">
                    <a:extLst>
                      <a:ext uri="{FF2B5EF4-FFF2-40B4-BE49-F238E27FC236}">
                        <a16:creationId xmlns:a16="http://schemas.microsoft.com/office/drawing/2014/main" id="{AF916791-B3D2-5807-20F8-A85BDB57484A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Oval 186">
                    <a:extLst>
                      <a:ext uri="{FF2B5EF4-FFF2-40B4-BE49-F238E27FC236}">
                        <a16:creationId xmlns:a16="http://schemas.microsoft.com/office/drawing/2014/main" id="{4B1651AA-EB63-45C3-19D5-D6BD8768E95C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8" name="Oval 187">
                    <a:extLst>
                      <a:ext uri="{FF2B5EF4-FFF2-40B4-BE49-F238E27FC236}">
                        <a16:creationId xmlns:a16="http://schemas.microsoft.com/office/drawing/2014/main" id="{9CED2953-4957-7898-BF19-1914FC01E2DF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9" name="Oval 188">
                    <a:extLst>
                      <a:ext uri="{FF2B5EF4-FFF2-40B4-BE49-F238E27FC236}">
                        <a16:creationId xmlns:a16="http://schemas.microsoft.com/office/drawing/2014/main" id="{A44510BB-E242-1D68-0EDF-B2BE621037DD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71C6E9A0-A099-9308-82A9-B0E0694A625F}"/>
                    </a:ext>
                  </a:extLst>
                </p:cNvPr>
                <p:cNvGrpSpPr/>
                <p:nvPr/>
              </p:nvGrpSpPr>
              <p:grpSpPr>
                <a:xfrm>
                  <a:off x="5848793" y="4431283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80" name="Oval 179">
                    <a:extLst>
                      <a:ext uri="{FF2B5EF4-FFF2-40B4-BE49-F238E27FC236}">
                        <a16:creationId xmlns:a16="http://schemas.microsoft.com/office/drawing/2014/main" id="{A9F97440-8CED-C9FE-6287-1BF69E11BAA3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1" name="Oval 180">
                    <a:extLst>
                      <a:ext uri="{FF2B5EF4-FFF2-40B4-BE49-F238E27FC236}">
                        <a16:creationId xmlns:a16="http://schemas.microsoft.com/office/drawing/2014/main" id="{5DB2FB3B-BBAE-BFEB-480C-FD55E591D49A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Oval 181">
                    <a:extLst>
                      <a:ext uri="{FF2B5EF4-FFF2-40B4-BE49-F238E27FC236}">
                        <a16:creationId xmlns:a16="http://schemas.microsoft.com/office/drawing/2014/main" id="{70C62184-3845-2F1A-A527-EB27C57F651E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Oval 182">
                    <a:extLst>
                      <a:ext uri="{FF2B5EF4-FFF2-40B4-BE49-F238E27FC236}">
                        <a16:creationId xmlns:a16="http://schemas.microsoft.com/office/drawing/2014/main" id="{7A10B5E7-8476-C9F2-CE17-BD556B2B3BFA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2AB94D2E-4716-ED2C-F542-9F4A921FF6CE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EE1BEEE7-0D01-70D8-5545-071779629D4E}"/>
                    </a:ext>
                  </a:extLst>
                </p:cNvPr>
                <p:cNvGrpSpPr/>
                <p:nvPr/>
              </p:nvGrpSpPr>
              <p:grpSpPr>
                <a:xfrm>
                  <a:off x="6135679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75" name="Oval 174">
                    <a:extLst>
                      <a:ext uri="{FF2B5EF4-FFF2-40B4-BE49-F238E27FC236}">
                        <a16:creationId xmlns:a16="http://schemas.microsoft.com/office/drawing/2014/main" id="{918B6478-57EF-17F9-E677-302884A4CDE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8312A37A-C467-3E2F-78CD-FCF089BED26B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" name="Oval 176">
                    <a:extLst>
                      <a:ext uri="{FF2B5EF4-FFF2-40B4-BE49-F238E27FC236}">
                        <a16:creationId xmlns:a16="http://schemas.microsoft.com/office/drawing/2014/main" id="{3DE56557-948E-1C25-BAFA-D05D0B552369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" name="Oval 177">
                    <a:extLst>
                      <a:ext uri="{FF2B5EF4-FFF2-40B4-BE49-F238E27FC236}">
                        <a16:creationId xmlns:a16="http://schemas.microsoft.com/office/drawing/2014/main" id="{A0A4B2BB-58F2-7A95-CA49-3BAA12001BD8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114B1D89-0C12-2615-9839-4C8DD5096371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29C4211-9EC8-CFE4-BB55-BD48D0DBFDB8}"/>
                  </a:ext>
                </a:extLst>
              </p:cNvPr>
              <p:cNvGrpSpPr/>
              <p:nvPr/>
            </p:nvGrpSpPr>
            <p:grpSpPr>
              <a:xfrm>
                <a:off x="7277670" y="3170384"/>
                <a:ext cx="634897" cy="460514"/>
                <a:chOff x="5559328" y="4429868"/>
                <a:chExt cx="634897" cy="460514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A54F0210-CE23-2A80-774C-2353D5052412}"/>
                    </a:ext>
                  </a:extLst>
                </p:cNvPr>
                <p:cNvGrpSpPr/>
                <p:nvPr/>
              </p:nvGrpSpPr>
              <p:grpSpPr>
                <a:xfrm>
                  <a:off x="5559328" y="4431283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65" name="Oval 164">
                    <a:extLst>
                      <a:ext uri="{FF2B5EF4-FFF2-40B4-BE49-F238E27FC236}">
                        <a16:creationId xmlns:a16="http://schemas.microsoft.com/office/drawing/2014/main" id="{7E4E88A0-673A-EC38-F0BC-DF02C5E58FAE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" name="Oval 165">
                    <a:extLst>
                      <a:ext uri="{FF2B5EF4-FFF2-40B4-BE49-F238E27FC236}">
                        <a16:creationId xmlns:a16="http://schemas.microsoft.com/office/drawing/2014/main" id="{EBAE8A4C-858B-8A86-FB5B-AED519521E9C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7" name="Oval 166">
                    <a:extLst>
                      <a:ext uri="{FF2B5EF4-FFF2-40B4-BE49-F238E27FC236}">
                        <a16:creationId xmlns:a16="http://schemas.microsoft.com/office/drawing/2014/main" id="{A8805A23-8A08-2937-7B65-0436F165D4C2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rgbClr val="FF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" name="Oval 167">
                    <a:extLst>
                      <a:ext uri="{FF2B5EF4-FFF2-40B4-BE49-F238E27FC236}">
                        <a16:creationId xmlns:a16="http://schemas.microsoft.com/office/drawing/2014/main" id="{B5175A33-0D04-4167-5204-6A8DE7E44545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" name="Oval 168">
                    <a:extLst>
                      <a:ext uri="{FF2B5EF4-FFF2-40B4-BE49-F238E27FC236}">
                        <a16:creationId xmlns:a16="http://schemas.microsoft.com/office/drawing/2014/main" id="{847654E8-CB95-77EA-9568-A1FD23AEC70A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CCFED9FA-33A3-50C8-D304-AA1B8F2D71AA}"/>
                    </a:ext>
                  </a:extLst>
                </p:cNvPr>
                <p:cNvGrpSpPr/>
                <p:nvPr/>
              </p:nvGrpSpPr>
              <p:grpSpPr>
                <a:xfrm>
                  <a:off x="5703689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60" name="Oval 159">
                    <a:extLst>
                      <a:ext uri="{FF2B5EF4-FFF2-40B4-BE49-F238E27FC236}">
                        <a16:creationId xmlns:a16="http://schemas.microsoft.com/office/drawing/2014/main" id="{D9401288-25B3-8F19-939E-753AD7BED5C8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" name="Oval 160">
                    <a:extLst>
                      <a:ext uri="{FF2B5EF4-FFF2-40B4-BE49-F238E27FC236}">
                        <a16:creationId xmlns:a16="http://schemas.microsoft.com/office/drawing/2014/main" id="{B338B8F0-701A-9F0D-EA34-0CA817F8D4F1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3CD9ACE-F38C-22EC-BEBC-8329682E7904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3" name="Oval 162">
                    <a:extLst>
                      <a:ext uri="{FF2B5EF4-FFF2-40B4-BE49-F238E27FC236}">
                        <a16:creationId xmlns:a16="http://schemas.microsoft.com/office/drawing/2014/main" id="{6BB314BA-22A4-0905-1E86-637BCE039BDD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3E4158E2-A85E-D537-7F7B-DE4305CE9CAB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D9FC251D-2768-F417-3F9D-AEA1FB614F03}"/>
                    </a:ext>
                  </a:extLst>
                </p:cNvPr>
                <p:cNvGrpSpPr/>
                <p:nvPr/>
              </p:nvGrpSpPr>
              <p:grpSpPr>
                <a:xfrm>
                  <a:off x="5992236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609C43CB-4507-2C14-918F-D114AD1F0C8F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" name="Oval 155">
                    <a:extLst>
                      <a:ext uri="{FF2B5EF4-FFF2-40B4-BE49-F238E27FC236}">
                        <a16:creationId xmlns:a16="http://schemas.microsoft.com/office/drawing/2014/main" id="{19B5175F-05FE-01B7-5026-318DD8501ED4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" name="Oval 156">
                    <a:extLst>
                      <a:ext uri="{FF2B5EF4-FFF2-40B4-BE49-F238E27FC236}">
                        <a16:creationId xmlns:a16="http://schemas.microsoft.com/office/drawing/2014/main" id="{36FE78AA-4FCB-FCDA-03F4-D537B7C570CA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0C96CFAA-4B69-2522-C68B-84B90CDE1927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1B6C52C0-1C8E-DB65-0A7B-9926B26129F0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18BD145-AAE4-34EB-A0F5-8857D84AC257}"/>
                    </a:ext>
                  </a:extLst>
                </p:cNvPr>
                <p:cNvGrpSpPr/>
                <p:nvPr/>
              </p:nvGrpSpPr>
              <p:grpSpPr>
                <a:xfrm>
                  <a:off x="5848793" y="4431283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150" name="Oval 149">
                    <a:extLst>
                      <a:ext uri="{FF2B5EF4-FFF2-40B4-BE49-F238E27FC236}">
                        <a16:creationId xmlns:a16="http://schemas.microsoft.com/office/drawing/2014/main" id="{21D266CE-3EC4-252C-B4A2-D45D8ADA9C8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D90D6774-D4C3-B1C6-CE11-D23B43891FF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" name="Oval 151">
                    <a:extLst>
                      <a:ext uri="{FF2B5EF4-FFF2-40B4-BE49-F238E27FC236}">
                        <a16:creationId xmlns:a16="http://schemas.microsoft.com/office/drawing/2014/main" id="{12B49236-D24D-FCD0-3916-C82404F1D105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FBD99B0B-9652-84CD-C149-808AB288AA32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4" name="Oval 153">
                    <a:extLst>
                      <a:ext uri="{FF2B5EF4-FFF2-40B4-BE49-F238E27FC236}">
                        <a16:creationId xmlns:a16="http://schemas.microsoft.com/office/drawing/2014/main" id="{8E8629DB-4678-44CB-5E88-AF4974746A6C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894C982-6695-824C-F3B9-1A883732D9C9}"/>
                    </a:ext>
                  </a:extLst>
                </p:cNvPr>
                <p:cNvGrpSpPr/>
                <p:nvPr/>
              </p:nvGrpSpPr>
              <p:grpSpPr>
                <a:xfrm>
                  <a:off x="6135679" y="4429868"/>
                  <a:ext cx="58546" cy="459099"/>
                  <a:chOff x="6695307" y="2969901"/>
                  <a:chExt cx="58546" cy="459099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0D07ECB0-E8D0-D791-294F-2DCBE9CD1EB5}"/>
                      </a:ext>
                    </a:extLst>
                  </p:cNvPr>
                  <p:cNvSpPr/>
                  <p:nvPr/>
                </p:nvSpPr>
                <p:spPr>
                  <a:xfrm>
                    <a:off x="6695307" y="3366562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9D754702-663A-0886-323A-C85802D2A7BE}"/>
                      </a:ext>
                    </a:extLst>
                  </p:cNvPr>
                  <p:cNvSpPr/>
                  <p:nvPr/>
                </p:nvSpPr>
                <p:spPr>
                  <a:xfrm>
                    <a:off x="6695307" y="3272130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5B2B3753-4678-A262-6992-E82655FF0F5E}"/>
                      </a:ext>
                    </a:extLst>
                  </p:cNvPr>
                  <p:cNvSpPr/>
                  <p:nvPr/>
                </p:nvSpPr>
                <p:spPr>
                  <a:xfrm>
                    <a:off x="6695307" y="3169647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CAD5E5EC-FF41-0F8C-4022-ED92BB6262C6}"/>
                      </a:ext>
                    </a:extLst>
                  </p:cNvPr>
                  <p:cNvSpPr/>
                  <p:nvPr/>
                </p:nvSpPr>
                <p:spPr>
                  <a:xfrm>
                    <a:off x="6695307" y="3067164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" name="Oval 148">
                    <a:extLst>
                      <a:ext uri="{FF2B5EF4-FFF2-40B4-BE49-F238E27FC236}">
                        <a16:creationId xmlns:a16="http://schemas.microsoft.com/office/drawing/2014/main" id="{02F1121D-E21B-C12A-816D-25A97188C504}"/>
                      </a:ext>
                    </a:extLst>
                  </p:cNvPr>
                  <p:cNvSpPr/>
                  <p:nvPr/>
                </p:nvSpPr>
                <p:spPr>
                  <a:xfrm>
                    <a:off x="6695307" y="2969901"/>
                    <a:ext cx="58546" cy="6243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D21864-E102-127C-CB43-CFEB1B9E8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MQ3 Set-up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75675-9BEE-6DE1-EA9F-3B38242FCD07}"/>
              </a:ext>
            </a:extLst>
          </p:cNvPr>
          <p:cNvSpPr/>
          <p:nvPr/>
        </p:nvSpPr>
        <p:spPr>
          <a:xfrm>
            <a:off x="1161288" y="2267712"/>
            <a:ext cx="2907792" cy="232257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FPGA 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C21294-04CC-C522-38EF-8CB3C870A1D8}"/>
              </a:ext>
            </a:extLst>
          </p:cNvPr>
          <p:cNvSpPr/>
          <p:nvPr/>
        </p:nvSpPr>
        <p:spPr>
          <a:xfrm>
            <a:off x="3881993" y="2507588"/>
            <a:ext cx="187087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/>
              <a:t>JXADC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E12AFB-CEDD-8FF6-2E90-38281AC1A66B}"/>
              </a:ext>
            </a:extLst>
          </p:cNvPr>
          <p:cNvSpPr txBox="1"/>
          <p:nvPr/>
        </p:nvSpPr>
        <p:spPr>
          <a:xfrm>
            <a:off x="4063464" y="2123489"/>
            <a:ext cx="1535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A13: Analog Signal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4B16DB-6BC9-9AE5-056D-80E622CD0CF5}"/>
              </a:ext>
            </a:extLst>
          </p:cNvPr>
          <p:cNvSpPr txBox="1"/>
          <p:nvPr/>
        </p:nvSpPr>
        <p:spPr>
          <a:xfrm>
            <a:off x="4000500" y="2574100"/>
            <a:ext cx="1755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A14: Ground Reference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6A83D-8F84-F9BC-C80B-CC43A9D5EE92}"/>
              </a:ext>
            </a:extLst>
          </p:cNvPr>
          <p:cNvSpPr txBox="1"/>
          <p:nvPr/>
        </p:nvSpPr>
        <p:spPr>
          <a:xfrm>
            <a:off x="4046220" y="2893385"/>
            <a:ext cx="520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GND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F088ACB-23EA-8726-DB52-54FA45784210}"/>
              </a:ext>
            </a:extLst>
          </p:cNvPr>
          <p:cNvGrpSpPr/>
          <p:nvPr/>
        </p:nvGrpSpPr>
        <p:grpSpPr>
          <a:xfrm>
            <a:off x="8826048" y="4810823"/>
            <a:ext cx="1165507" cy="734540"/>
            <a:chOff x="1901207" y="4957877"/>
            <a:chExt cx="1165507" cy="73454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82FBB1D-81DD-B790-7F8A-FD86B805084C}"/>
                </a:ext>
              </a:extLst>
            </p:cNvPr>
            <p:cNvGrpSpPr/>
            <p:nvPr/>
          </p:nvGrpSpPr>
          <p:grpSpPr>
            <a:xfrm>
              <a:off x="1901207" y="4957877"/>
              <a:ext cx="1022864" cy="734540"/>
              <a:chOff x="1901207" y="4957877"/>
              <a:chExt cx="1022864" cy="73454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A451321-3C78-9AF0-FB28-F0F4C0EDAF41}"/>
                  </a:ext>
                </a:extLst>
              </p:cNvPr>
              <p:cNvSpPr/>
              <p:nvPr/>
            </p:nvSpPr>
            <p:spPr>
              <a:xfrm>
                <a:off x="1901207" y="4957877"/>
                <a:ext cx="1022864" cy="73454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5D6A297-7967-C20A-09D4-74B8894031A8}"/>
                  </a:ext>
                </a:extLst>
              </p:cNvPr>
              <p:cNvSpPr/>
              <p:nvPr/>
            </p:nvSpPr>
            <p:spPr>
              <a:xfrm>
                <a:off x="2008230" y="5491381"/>
                <a:ext cx="58546" cy="62438"/>
              </a:xfrm>
              <a:prstGeom prst="ellipse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A9A64EA-C035-B731-5B0F-4862FC69194C}"/>
                  </a:ext>
                </a:extLst>
              </p:cNvPr>
              <p:cNvSpPr/>
              <p:nvPr/>
            </p:nvSpPr>
            <p:spPr>
              <a:xfrm>
                <a:off x="2008230" y="5076960"/>
                <a:ext cx="58546" cy="62438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A82249E-0B24-FE4A-DE0C-14F022EC5962}"/>
                </a:ext>
              </a:extLst>
            </p:cNvPr>
            <p:cNvSpPr txBox="1"/>
            <p:nvPr/>
          </p:nvSpPr>
          <p:spPr>
            <a:xfrm>
              <a:off x="1906001" y="5144167"/>
              <a:ext cx="1160713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400"/>
                <a:t>Launchpad</a:t>
              </a:r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293AD16-2629-2731-B1EE-42F04C9D0682}"/>
              </a:ext>
            </a:extLst>
          </p:cNvPr>
          <p:cNvCxnSpPr/>
          <p:nvPr/>
        </p:nvCxnSpPr>
        <p:spPr>
          <a:xfrm flipV="1">
            <a:off x="6802186" y="3650914"/>
            <a:ext cx="2532981" cy="1137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AAB49F1-F2D8-2875-5877-B364CAA270F0}"/>
              </a:ext>
            </a:extLst>
          </p:cNvPr>
          <p:cNvSpPr/>
          <p:nvPr/>
        </p:nvSpPr>
        <p:spPr>
          <a:xfrm>
            <a:off x="5298909" y="4951329"/>
            <a:ext cx="925764" cy="4478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MQ-3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2E1AEED-F5BD-5D73-DA11-4BC1C268D1E1}"/>
              </a:ext>
            </a:extLst>
          </p:cNvPr>
          <p:cNvSpPr/>
          <p:nvPr/>
        </p:nvSpPr>
        <p:spPr>
          <a:xfrm>
            <a:off x="7401524" y="1264671"/>
            <a:ext cx="495566" cy="42937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EE4F702-7850-D8D2-32AE-889C378DB255}"/>
              </a:ext>
            </a:extLst>
          </p:cNvPr>
          <p:cNvGrpSpPr/>
          <p:nvPr/>
        </p:nvGrpSpPr>
        <p:grpSpPr>
          <a:xfrm>
            <a:off x="8136320" y="3287971"/>
            <a:ext cx="85259" cy="737256"/>
            <a:chOff x="9820741" y="3555340"/>
            <a:chExt cx="71891" cy="483256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521AC34-EDBF-F93A-0D19-4BD4A2F83240}"/>
                </a:ext>
              </a:extLst>
            </p:cNvPr>
            <p:cNvCxnSpPr>
              <a:cxnSpLocks/>
            </p:cNvCxnSpPr>
            <p:nvPr/>
          </p:nvCxnSpPr>
          <p:spPr>
            <a:xfrm>
              <a:off x="9850187" y="3555340"/>
              <a:ext cx="33086" cy="483256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1DF7370-AD3E-0FF4-4E58-728CD2615BC7}"/>
                </a:ext>
              </a:extLst>
            </p:cNvPr>
            <p:cNvSpPr/>
            <p:nvPr/>
          </p:nvSpPr>
          <p:spPr>
            <a:xfrm>
              <a:off x="9820741" y="3673976"/>
              <a:ext cx="71891" cy="223992"/>
            </a:xfrm>
            <a:prstGeom prst="rect">
              <a:avLst/>
            </a:prstGeom>
            <a:solidFill>
              <a:srgbClr val="E3C79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BE2222F7-721B-0C70-1235-89C695BE20E2}"/>
              </a:ext>
            </a:extLst>
          </p:cNvPr>
          <p:cNvCxnSpPr/>
          <p:nvPr/>
        </p:nvCxnSpPr>
        <p:spPr>
          <a:xfrm flipH="1" flipV="1">
            <a:off x="4071937" y="2552699"/>
            <a:ext cx="4100512" cy="5476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96495702-3780-F399-0323-E98C1E0D8F7B}"/>
              </a:ext>
            </a:extLst>
          </p:cNvPr>
          <p:cNvCxnSpPr/>
          <p:nvPr/>
        </p:nvCxnSpPr>
        <p:spPr>
          <a:xfrm flipH="1" flipV="1">
            <a:off x="4081462" y="2609849"/>
            <a:ext cx="2881312" cy="16144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7C5FDBE6-4D9A-372F-4A5C-A84522A51B69}"/>
              </a:ext>
            </a:extLst>
          </p:cNvPr>
          <p:cNvCxnSpPr/>
          <p:nvPr/>
        </p:nvCxnSpPr>
        <p:spPr>
          <a:xfrm flipH="1" flipV="1">
            <a:off x="6994275" y="4418678"/>
            <a:ext cx="1932488" cy="55813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46DAA6D7-7D30-AD46-C97C-7A76BC8D62A0}"/>
              </a:ext>
            </a:extLst>
          </p:cNvPr>
          <p:cNvCxnSpPr/>
          <p:nvPr/>
        </p:nvCxnSpPr>
        <p:spPr>
          <a:xfrm flipV="1">
            <a:off x="6229349" y="4052887"/>
            <a:ext cx="738187" cy="12382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BACC047C-73A4-00C9-9801-7E999CFA12AA}"/>
              </a:ext>
            </a:extLst>
          </p:cNvPr>
          <p:cNvCxnSpPr/>
          <p:nvPr/>
        </p:nvCxnSpPr>
        <p:spPr>
          <a:xfrm flipH="1" flipV="1">
            <a:off x="4095750" y="2895599"/>
            <a:ext cx="2843212" cy="98583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AE437B6F-7366-D9E5-F301-B85660DF4EAB}"/>
              </a:ext>
            </a:extLst>
          </p:cNvPr>
          <p:cNvCxnSpPr/>
          <p:nvPr/>
        </p:nvCxnSpPr>
        <p:spPr>
          <a:xfrm flipV="1">
            <a:off x="6224587" y="4400549"/>
            <a:ext cx="1981199" cy="8096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37583D18-319E-7503-8D6F-45E8F962FAEC}"/>
              </a:ext>
            </a:extLst>
          </p:cNvPr>
          <p:cNvCxnSpPr/>
          <p:nvPr/>
        </p:nvCxnSpPr>
        <p:spPr>
          <a:xfrm flipH="1" flipV="1">
            <a:off x="6234112" y="5048250"/>
            <a:ext cx="2714625" cy="32861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65782FC2-C0A3-D924-3814-EA51757DB4C2}"/>
              </a:ext>
            </a:extLst>
          </p:cNvPr>
          <p:cNvCxnSpPr/>
          <p:nvPr/>
        </p:nvCxnSpPr>
        <p:spPr>
          <a:xfrm flipH="1">
            <a:off x="6948487" y="1662112"/>
            <a:ext cx="552450" cy="20574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5E9B55D3-E6D1-2EDD-4452-2E3D72333308}"/>
              </a:ext>
            </a:extLst>
          </p:cNvPr>
          <p:cNvCxnSpPr/>
          <p:nvPr/>
        </p:nvCxnSpPr>
        <p:spPr>
          <a:xfrm>
            <a:off x="7748587" y="1681162"/>
            <a:ext cx="438149" cy="12573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8C9D543-3B41-C347-AF83-99631E45E9CC}"/>
              </a:ext>
            </a:extLst>
          </p:cNvPr>
          <p:cNvSpPr txBox="1"/>
          <p:nvPr/>
        </p:nvSpPr>
        <p:spPr>
          <a:xfrm>
            <a:off x="7984289" y="1336007"/>
            <a:ext cx="167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Potentiometer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26A8D5-4450-E7C2-77EA-213AC939F6E5}"/>
              </a:ext>
            </a:extLst>
          </p:cNvPr>
          <p:cNvSpPr txBox="1"/>
          <p:nvPr/>
        </p:nvSpPr>
        <p:spPr>
          <a:xfrm>
            <a:off x="8826082" y="5547058"/>
            <a:ext cx="11643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5V source</a:t>
            </a:r>
          </a:p>
        </p:txBody>
      </p:sp>
    </p:spTree>
    <p:extLst>
      <p:ext uri="{BB962C8B-B14F-4D97-AF65-F5344CB8AC3E}">
        <p14:creationId xmlns:p14="http://schemas.microsoft.com/office/powerpoint/2010/main" val="394908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787D-9BB8-4CA5-03E7-6F56C1D4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62A7B-1917-2599-0AB5-D817A6E38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Remember to make sure the voltage sent to the FPGA analog pins need </a:t>
            </a:r>
            <a:r>
              <a:rPr lang="en-US"/>
              <a:t>to be in the safety limit of 0-1 V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Signals beyond this can break these pins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You can tune the amount of </a:t>
            </a:r>
            <a:r>
              <a:rPr lang="en-US"/>
              <a:t>resistance for achieving this range by rotating the potentiometer accordingly.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Best practice is to used an oscilloscope or multimeter to observe sensor signal range before connecting to FPGA. IR distance or MQ3 sensors are good for finding </a:t>
            </a:r>
            <a:r>
              <a:rPr lang="en-US"/>
              <a:t>the best range. </a:t>
            </a:r>
          </a:p>
          <a:p>
            <a:r>
              <a:rPr lang="en-US" dirty="0"/>
              <a:t>Be sure that all pieces</a:t>
            </a:r>
            <a:r>
              <a:rPr lang="en-US"/>
              <a:t> share a common ground. For this demonstration, Launchpad Ground is this common ground.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C222D11D801E4997CD7D03618114ED" ma:contentTypeVersion="11" ma:contentTypeDescription="Create a new document." ma:contentTypeScope="" ma:versionID="a9768ad9ee7fa68364ff94117ed5d2ab">
  <xsd:schema xmlns:xsd="http://www.w3.org/2001/XMLSchema" xmlns:xs="http://www.w3.org/2001/XMLSchema" xmlns:p="http://schemas.microsoft.com/office/2006/metadata/properties" xmlns:ns3="96e39bca-df74-4c4f-a689-753e9f089b83" targetNamespace="http://schemas.microsoft.com/office/2006/metadata/properties" ma:root="true" ma:fieldsID="b0a6bc05f537892bc074702d0f173d3e" ns3:_="">
    <xsd:import namespace="96e39bca-df74-4c4f-a689-753e9f089b8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39bca-df74-4c4f-a689-753e9f089b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e39bca-df74-4c4f-a689-753e9f089b8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DEAE7-4FCB-410F-B112-CF7202786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e39bca-df74-4c4f-a689-753e9f089b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00240A-547F-48D1-8E1E-B08BF74448C1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http://www.w3.org/XML/1998/namespace"/>
    <ds:schemaRef ds:uri="http://purl.org/dc/elements/1.1/"/>
    <ds:schemaRef ds:uri="96e39bca-df74-4c4f-a689-753e9f089b83"/>
    <ds:schemaRef ds:uri="http://schemas.microsoft.com/office/2006/metadata/properti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B88C21B0-C869-426D-927D-7A9196FC4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Analog Circuit Set-up</vt:lpstr>
      <vt:lpstr>MQ3 Set-up</vt:lpstr>
      <vt:lpstr>Caution: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Martin</dc:creator>
  <cp:lastModifiedBy>Jack Martin</cp:lastModifiedBy>
  <cp:revision>219</cp:revision>
  <dcterms:created xsi:type="dcterms:W3CDTF">2026-07-15T16:11:28Z</dcterms:created>
  <dcterms:modified xsi:type="dcterms:W3CDTF">2026-07-31T11:25:02Z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0x01010072C222D11D801E4997CD7D03618114ED</vt:lpwstr>
  </property>
</Properties>
</file>